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9" r:id="rId3"/>
    <p:sldId id="260" r:id="rId4"/>
    <p:sldId id="261" r:id="rId5"/>
    <p:sldId id="268" r:id="rId6"/>
    <p:sldId id="269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08.04.2022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Работа с данными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Основные</a:t>
            </a:r>
            <a:r>
              <a:rPr lang="ru" dirty="0"/>
              <a:t> понятия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4B02E-F0F8-4302-9D96-9DA86BBC14F8}"/>
              </a:ext>
            </a:extLst>
          </p:cNvPr>
          <p:cNvSpPr txBox="1"/>
          <p:nvPr/>
        </p:nvSpPr>
        <p:spPr>
          <a:xfrm>
            <a:off x="421240" y="582353"/>
            <a:ext cx="567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ru-RU" dirty="0"/>
              <a:t>Подготовка интерфейса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AEBF22A2-6ADE-4AF9-B2A5-CFB0275DA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40" y="10993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F53B556-4FD3-41B0-A205-EFD45CC155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964084"/>
              </p:ext>
            </p:extLst>
          </p:nvPr>
        </p:nvGraphicFramePr>
        <p:xfrm>
          <a:off x="1359613" y="1042704"/>
          <a:ext cx="9472773" cy="523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Точечный рисунок" r:id="rId3" imgW="9379432" imgH="5588287" progId="Paint.Picture">
                  <p:embed/>
                </p:oleObj>
              </mc:Choice>
              <mc:Fallback>
                <p:oleObj name="Точечный рисунок" r:id="rId3" imgW="9379432" imgH="5588287" progId="Paint.Picture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613" y="1042704"/>
                        <a:ext cx="9472773" cy="52329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374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AEBF22A2-6ADE-4AF9-B2A5-CFB0275DA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40" y="10993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F113B62C-B276-4FC5-BF1E-C8AA289BC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30087"/>
              </p:ext>
            </p:extLst>
          </p:nvPr>
        </p:nvGraphicFramePr>
        <p:xfrm>
          <a:off x="421240" y="725489"/>
          <a:ext cx="16827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Точечный рисунок" r:id="rId3" imgW="1682640" imgH="546120" progId="Paint.Picture">
                  <p:embed/>
                </p:oleObj>
              </mc:Choice>
              <mc:Fallback>
                <p:oleObj name="Точечный рисунок" r:id="rId3" imgW="1682640" imgH="5461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1240" y="725489"/>
                        <a:ext cx="1682750" cy="546100"/>
                      </a:xfrm>
                      <a:prstGeom prst="rect">
                        <a:avLst/>
                      </a:prstGeom>
                      <a:ln w="28575">
                        <a:solidFill>
                          <a:schemeClr val="accent2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43C3F-0576-4F78-91CA-2F1FE2A11DA5}"/>
              </a:ext>
            </a:extLst>
          </p:cNvPr>
          <p:cNvSpPr txBox="1"/>
          <p:nvPr/>
        </p:nvSpPr>
        <p:spPr>
          <a:xfrm>
            <a:off x="291101" y="1443841"/>
            <a:ext cx="11609798" cy="3970318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StackPanel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Orientation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="Horizontal"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Margin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="0,10,0,0"&gt;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Label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Content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ru-RU" sz="1800" dirty="0">
                <a:solidFill>
                  <a:srgbClr val="0000FF"/>
                </a:solidFill>
                <a:latin typeface="Consolas" panose="020B0609020204030204" pitchFamily="49" charset="0"/>
              </a:rPr>
              <a:t>Автор"</a:t>
            </a:r>
            <a:r>
              <a:rPr lang="ru-RU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="5,0,0,0"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Width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="100"/&gt;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TextBox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x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="BookTextAuthors"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		Text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Binding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ElementName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BookDataGrid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Path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SelectedItem.Authors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                   		Width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="150"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Height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="35"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Margin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="5,0,0,0"/&gt;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StackPanel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StackPanel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Orientation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="Horizontal"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Margin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="0,10,0,0"&gt;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Label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Content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ru-RU" sz="1800" dirty="0">
                <a:solidFill>
                  <a:srgbClr val="0000FF"/>
                </a:solidFill>
                <a:latin typeface="Consolas" panose="020B0609020204030204" pitchFamily="49" charset="0"/>
              </a:rPr>
              <a:t>Издательство"</a:t>
            </a:r>
            <a:r>
              <a:rPr lang="ru-RU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Margin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="5,0,0,0"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Width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="100"/&gt;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ComboBox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x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="BookComboBoxPublishers"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Height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="35"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Width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="150"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Margin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="5,0,0,0"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		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DisplayMemberPath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PublisherName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Binding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ElementName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BookDataGrid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							   Path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SelectedItem.Publishers.PublisherName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}"/&gt;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StackPanel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CE170-B0B8-4367-AC83-391A405F1FA2}"/>
              </a:ext>
            </a:extLst>
          </p:cNvPr>
          <p:cNvSpPr txBox="1"/>
          <p:nvPr/>
        </p:nvSpPr>
        <p:spPr>
          <a:xfrm>
            <a:off x="1523999" y="5758664"/>
            <a:ext cx="9818671" cy="369332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BookComboBoxPublishers.ItemsSource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SourceCore.MyBase.Publishers.ToList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128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F3E0-246C-4B10-A441-0859A422FB21}"/>
              </a:ext>
            </a:extLst>
          </p:cNvPr>
          <p:cNvSpPr txBox="1"/>
          <p:nvPr/>
        </p:nvSpPr>
        <p:spPr>
          <a:xfrm>
            <a:off x="603607" y="1030257"/>
            <a:ext cx="10143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 вспомогательных переменных и процедур (на верхнем уровне класса)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D7526E-FC20-442C-B725-768001A15D28}"/>
              </a:ext>
            </a:extLst>
          </p:cNvPr>
          <p:cNvSpPr txBox="1"/>
          <p:nvPr/>
        </p:nvSpPr>
        <p:spPr>
          <a:xfrm>
            <a:off x="387849" y="1399589"/>
            <a:ext cx="6516386" cy="156619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//описание вспомогательных переменных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ObservableCollection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Books;</a:t>
            </a:r>
            <a:endParaRPr lang="en-US" dirty="0">
              <a:solidFill>
                <a:srgbClr val="0000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D7F6A-EAA7-42BA-A539-A3B2690DC060}"/>
              </a:ext>
            </a:extLst>
          </p:cNvPr>
          <p:cNvSpPr txBox="1"/>
          <p:nvPr/>
        </p:nvSpPr>
        <p:spPr>
          <a:xfrm>
            <a:off x="387849" y="3110378"/>
            <a:ext cx="5226978" cy="316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//уровень инициализации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BookPage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UpdateGrid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DataContext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8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D7F6A-EAA7-42BA-A539-A3B2690DC060}"/>
              </a:ext>
            </a:extLst>
          </p:cNvPr>
          <p:cNvSpPr txBox="1"/>
          <p:nvPr/>
        </p:nvSpPr>
        <p:spPr>
          <a:xfrm>
            <a:off x="387849" y="647013"/>
            <a:ext cx="5226978" cy="100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//уровень инициализации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BookPage</a:t>
            </a:r>
            <a:r>
              <a:rPr lang="en-U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……	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     </a:t>
            </a:r>
            <a:r>
              <a:rPr lang="ru-RU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ru-RU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……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4BE38-31A5-40D9-8ECD-67DCDB8769C7}"/>
              </a:ext>
            </a:extLst>
          </p:cNvPr>
          <p:cNvSpPr txBox="1"/>
          <p:nvPr/>
        </p:nvSpPr>
        <p:spPr>
          <a:xfrm>
            <a:off x="666108" y="1897620"/>
            <a:ext cx="11003622" cy="479599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b,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DlgModeContent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(b ==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BookColumnChange.Width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GridLength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(400);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BookDataGrid.IsHitTestVisible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BookLabel.Content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DlgModeContent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BookAddCommit.Content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DlgModeContent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BookCopy.IsEnabled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BookEdit.IsEnabled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BookDellete.IsEnabled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BookColumnChange.Width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GridLength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BookDataGrid.IsHitTestVisible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BookCopy.IsEnabled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BookEdit.IsEnabled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ru-RU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BookDellete.IsEnabled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ru-RU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-1;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27834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D7F6A-EAA7-42BA-A539-A3B2690DC060}"/>
              </a:ext>
            </a:extLst>
          </p:cNvPr>
          <p:cNvSpPr txBox="1"/>
          <p:nvPr/>
        </p:nvSpPr>
        <p:spPr>
          <a:xfrm>
            <a:off x="387849" y="647013"/>
            <a:ext cx="5226978" cy="100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//уровень инициализации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BookPage</a:t>
            </a:r>
            <a:r>
              <a:rPr lang="en-U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……	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UpdateGrid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……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99AE4-7465-45E8-B2A5-97D7A7E0EF1A}"/>
              </a:ext>
            </a:extLst>
          </p:cNvPr>
          <p:cNvSpPr txBox="1"/>
          <p:nvPr/>
        </p:nvSpPr>
        <p:spPr>
          <a:xfrm>
            <a:off x="554805" y="1848635"/>
            <a:ext cx="11394040" cy="475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UpdateGrid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Book)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((Book ==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&amp;&amp;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BookDataGrid.ItemsSource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Book =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Books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ObservableCollection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SourceCore.MyBase.Books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BookDataGrid.ItemsSource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Books;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Book;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BookComboBoxPublishers.ItemsSource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SourceCore.MyBase.Publishers.ToList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020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7DCF1A2-5A7E-4E66-BFFF-EDD31CCE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49" y="1030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режима работы с данными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C36AD2F-7296-4DCF-87DD-F0C531471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955771"/>
              </p:ext>
            </p:extLst>
          </p:nvPr>
        </p:nvGraphicFramePr>
        <p:xfrm>
          <a:off x="522055" y="1328208"/>
          <a:ext cx="29146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Точечный рисунок" r:id="rId3" imgW="2914560" imgH="419040" progId="Paint.Picture">
                  <p:embed/>
                </p:oleObj>
              </mc:Choice>
              <mc:Fallback>
                <p:oleObj name="Точечный рисунок" r:id="rId3" imgW="2914560" imgH="419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055" y="1328208"/>
                        <a:ext cx="291465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39AC5B6-EC45-4D02-BDC4-1E6D7B20FDCA}"/>
              </a:ext>
            </a:extLst>
          </p:cNvPr>
          <p:cNvSpPr txBox="1"/>
          <p:nvPr/>
        </p:nvSpPr>
        <p:spPr>
          <a:xfrm>
            <a:off x="387849" y="2054376"/>
            <a:ext cx="3290299" cy="1481816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="BookAdd"</a:t>
            </a: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Content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ru-RU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Добавить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Height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Width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="100"</a:t>
            </a: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Padding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="5,5,5,5"</a:t>
            </a: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="5,5,0,5"</a:t>
            </a:r>
            <a:r>
              <a:rPr lang="en-US" sz="120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Click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BookAdd_Click</a:t>
            </a: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"/&gt;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2DEF60-F54C-4794-9EFD-FC5377E16150}"/>
              </a:ext>
            </a:extLst>
          </p:cNvPr>
          <p:cNvSpPr txBox="1"/>
          <p:nvPr/>
        </p:nvSpPr>
        <p:spPr>
          <a:xfrm>
            <a:off x="3863084" y="2054376"/>
            <a:ext cx="7941068" cy="1973297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BookAdd_Click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RoutedEventArgs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Добавить книгу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DataContext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7DCF1A2-5A7E-4E66-BFFF-EDD31CCE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49" y="1030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режима работы с данными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277E9903-AB72-4D3E-A0C5-4DFF64D58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818585"/>
              </p:ext>
            </p:extLst>
          </p:nvPr>
        </p:nvGraphicFramePr>
        <p:xfrm>
          <a:off x="464905" y="1176307"/>
          <a:ext cx="2971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Точечный рисунок" r:id="rId3" imgW="2971800" imgH="622440" progId="Paint.Picture">
                  <p:embed/>
                </p:oleObj>
              </mc:Choice>
              <mc:Fallback>
                <p:oleObj name="Точечный рисунок" r:id="rId3" imgW="2971800" imgH="622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905" y="1176307"/>
                        <a:ext cx="29718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5F6610D-76A2-4157-875C-69108B1772AD}"/>
              </a:ext>
            </a:extLst>
          </p:cNvPr>
          <p:cNvSpPr txBox="1"/>
          <p:nvPr/>
        </p:nvSpPr>
        <p:spPr>
          <a:xfrm>
            <a:off x="387848" y="1857493"/>
            <a:ext cx="3598525" cy="1542217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="BookCopy"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Content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ru-RU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Копировать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Height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Width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="100"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FF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Padding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="5,5,5,5"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="5,5,0,5"</a:t>
            </a:r>
            <a:endParaRPr lang="ru-RU" sz="1400" dirty="0">
              <a:solidFill>
                <a:srgbClr val="0000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Click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BookCopy_Click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"/&gt;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52449-870E-4805-B64A-62BFB862A098}"/>
              </a:ext>
            </a:extLst>
          </p:cNvPr>
          <p:cNvSpPr txBox="1"/>
          <p:nvPr/>
        </p:nvSpPr>
        <p:spPr>
          <a:xfrm>
            <a:off x="4232955" y="1857493"/>
            <a:ext cx="7781818" cy="4503797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BookCopy_Click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RoutedEventArgs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Копировать книгу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BookTextName.Text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BookTextAuthors.Text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SelectedBook.Authors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BookComboBoxPublishers.Text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SelectedBook.Publishers.PublisherName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BookTextPublishYear.Text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SelectedBook.PublishYear.ToString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Не выбрано </a:t>
            </a:r>
            <a:r>
              <a:rPr lang="ru-RU" sz="1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ниодной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строки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Сообщение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MessageBoxButton.OK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11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7DCF1A2-5A7E-4E66-BFFF-EDD31CCE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49" y="1030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режима работы с данными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EB7F6C6-D32C-4CE8-815E-677C7CFE9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239156"/>
              </p:ext>
            </p:extLst>
          </p:nvPr>
        </p:nvGraphicFramePr>
        <p:xfrm>
          <a:off x="387849" y="1227107"/>
          <a:ext cx="2971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Точечный рисунок" r:id="rId3" imgW="2971800" imgH="520560" progId="Paint.Picture">
                  <p:embed/>
                </p:oleObj>
              </mc:Choice>
              <mc:Fallback>
                <p:oleObj name="Точечный рисунок" r:id="rId3" imgW="2971800" imgH="520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849" y="1227107"/>
                        <a:ext cx="29718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394F209-D24B-4B40-AC73-97C07EA2498A}"/>
              </a:ext>
            </a:extLst>
          </p:cNvPr>
          <p:cNvSpPr txBox="1"/>
          <p:nvPr/>
        </p:nvSpPr>
        <p:spPr>
          <a:xfrm>
            <a:off x="386995" y="1915934"/>
            <a:ext cx="3640476" cy="1644809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="BookEdit"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FF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Content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ru-RU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Изменить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Height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Width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="100"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FF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Padding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="5,5,5,5"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="5,5,0,5"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Click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BookEdit_Click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"/&gt;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AF88-9930-4539-B473-998FC0B7ABD0}"/>
              </a:ext>
            </a:extLst>
          </p:cNvPr>
          <p:cNvSpPr txBox="1"/>
          <p:nvPr/>
        </p:nvSpPr>
        <p:spPr>
          <a:xfrm>
            <a:off x="4226100" y="1915934"/>
            <a:ext cx="7602021" cy="4518866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BookEdit_Click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RoutedEventArgs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Изменить книгу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BookTextName.Text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BookTextAuthors.Text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SelectedBook.Authors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BookComboBoxPublishers.Text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SelectedBook.Publishers.PublisherName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BookTextPublishYear.Text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SelectedBook.PublishYear.ToString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Не выбрано </a:t>
            </a:r>
            <a:r>
              <a:rPr lang="ru-RU" sz="1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ниодной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строки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Сообщение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MessageBoxButton.OK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307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7DCF1A2-5A7E-4E66-BFFF-EDD31CCE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49" y="1030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режима работы с данными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05A19FDB-D3B2-4EA6-8920-38C68B451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87234"/>
              </p:ext>
            </p:extLst>
          </p:nvPr>
        </p:nvGraphicFramePr>
        <p:xfrm>
          <a:off x="580775" y="1258857"/>
          <a:ext cx="3098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Точечный рисунок" r:id="rId3" imgW="3098880" imgH="482760" progId="Paint.Picture">
                  <p:embed/>
                </p:oleObj>
              </mc:Choice>
              <mc:Fallback>
                <p:oleObj name="Точечный рисунок" r:id="rId3" imgW="3098880" imgH="482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0775" y="1258857"/>
                        <a:ext cx="3098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F9279BE-8E2F-42EA-B07D-65E3E9A5BAEF}"/>
              </a:ext>
            </a:extLst>
          </p:cNvPr>
          <p:cNvSpPr txBox="1"/>
          <p:nvPr/>
        </p:nvSpPr>
        <p:spPr>
          <a:xfrm>
            <a:off x="387849" y="1899469"/>
            <a:ext cx="3680718" cy="1542217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="BookDellete"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Content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ru-RU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Удалить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Height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Width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="100"</a:t>
            </a:r>
            <a:endParaRPr lang="ru-RU" sz="1400" dirty="0">
              <a:solidFill>
                <a:srgbClr val="0000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Padding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="5,5,5,5"</a:t>
            </a:r>
            <a:r>
              <a:rPr lang="ru-RU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Margin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="5,5,0,5"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Click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BookDelete_Click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"/&gt;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93BC-42F2-4DCB-BBED-4D7D0CED3699}"/>
              </a:ext>
            </a:extLst>
          </p:cNvPr>
          <p:cNvSpPr txBox="1"/>
          <p:nvPr/>
        </p:nvSpPr>
        <p:spPr>
          <a:xfrm>
            <a:off x="4315145" y="1899469"/>
            <a:ext cx="7489006" cy="3323987"/>
          </a:xfrm>
          <a:prstGeom prst="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BookDelete_Click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RoutedEventArgs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Удалить запись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?"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Внимание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MessageBoxButton.OKCancel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MessageBoxImage.Warning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MessageBoxResult.OK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SourceCore.MyBase.Books.Remove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SourceCore.MyBase.Entry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BookDataGrid.SelectedItem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).State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EntityState.Deleted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SourceCore.MyBase.SaveChanges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UpdateGrid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62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8052A-1D39-493A-B031-6939E75DDD08}"/>
              </a:ext>
            </a:extLst>
          </p:cNvPr>
          <p:cNvSpPr txBox="1"/>
          <p:nvPr/>
        </p:nvSpPr>
        <p:spPr>
          <a:xfrm>
            <a:off x="552236" y="1030257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Подтверждение/отмена введенных изменений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77970D96-895E-46B7-AA34-C69DFE9A47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000117"/>
              </p:ext>
            </p:extLst>
          </p:nvPr>
        </p:nvGraphicFramePr>
        <p:xfrm>
          <a:off x="552236" y="1405809"/>
          <a:ext cx="108585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Точечный рисунок" r:id="rId3" imgW="1085760" imgH="1123920" progId="Paint.Picture">
                  <p:embed/>
                </p:oleObj>
              </mc:Choice>
              <mc:Fallback>
                <p:oleObj name="Точечный рисунок" r:id="rId3" imgW="1085760" imgH="11239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236" y="1405809"/>
                        <a:ext cx="1085850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5D92F1AC-6359-40DB-816E-6AECC3C8B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604475"/>
              </p:ext>
            </p:extLst>
          </p:nvPr>
        </p:nvGraphicFramePr>
        <p:xfrm>
          <a:off x="1512905" y="1648165"/>
          <a:ext cx="11112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Точечный рисунок" r:id="rId5" imgW="1111320" imgH="476280" progId="Paint.Picture">
                  <p:embed/>
                </p:oleObj>
              </mc:Choice>
              <mc:Fallback>
                <p:oleObj name="Точечный рисунок" r:id="rId5" imgW="1111320" imgH="476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2905" y="1648165"/>
                        <a:ext cx="1111250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43ABBC7-DEE3-4FD1-AE50-07CB74E9943D}"/>
              </a:ext>
            </a:extLst>
          </p:cNvPr>
          <p:cNvSpPr txBox="1"/>
          <p:nvPr/>
        </p:nvSpPr>
        <p:spPr>
          <a:xfrm>
            <a:off x="552236" y="2442913"/>
            <a:ext cx="7747350" cy="37371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ru-RU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Подтверждение внесенных изменений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BookAddCommit_Click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RoutedEventArgs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NewBook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Base.Books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NewBook.Name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BookTextName.Text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NewBook.Authors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BookTextAuthors.Text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NewBook.Publishers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Base.Publishers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BookComboBoxPublishers.SelectedItem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NewBook.PublishYear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short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?)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.Parse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BookTextPublishYear.Text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DlgMode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==0)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SourceCore.MyBase.Books.Add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NewBook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SourceCore.MyBase.SaveChanges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43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08.04.2022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76EC9-02C8-4764-AE69-27DC2EFB1E2D}"/>
              </a:ext>
            </a:extLst>
          </p:cNvPr>
          <p:cNvSpPr txBox="1"/>
          <p:nvPr/>
        </p:nvSpPr>
        <p:spPr>
          <a:xfrm>
            <a:off x="387849" y="654705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Описать события, связанные с изменением данных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8052A-1D39-493A-B031-6939E75DDD08}"/>
              </a:ext>
            </a:extLst>
          </p:cNvPr>
          <p:cNvSpPr txBox="1"/>
          <p:nvPr/>
        </p:nvSpPr>
        <p:spPr>
          <a:xfrm>
            <a:off x="552236" y="1030257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Подтверждение/отмена введенных изменений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12711300-C099-41EA-9630-7F8887305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407277"/>
              </p:ext>
            </p:extLst>
          </p:nvPr>
        </p:nvGraphicFramePr>
        <p:xfrm>
          <a:off x="552236" y="1492436"/>
          <a:ext cx="1473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Точечный рисунок" r:id="rId3" imgW="1473120" imgH="577800" progId="Paint.Picture">
                  <p:embed/>
                </p:oleObj>
              </mc:Choice>
              <mc:Fallback>
                <p:oleObj name="Точечный рисунок" r:id="rId3" imgW="1473120" imgH="577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236" y="1492436"/>
                        <a:ext cx="147320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957E32F-0D2B-44C9-A7B1-613893F6B938}"/>
              </a:ext>
            </a:extLst>
          </p:cNvPr>
          <p:cNvSpPr txBox="1"/>
          <p:nvPr/>
        </p:nvSpPr>
        <p:spPr>
          <a:xfrm>
            <a:off x="387848" y="2156913"/>
            <a:ext cx="11427433" cy="2298258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Отмена внесенных изменений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BookAddRollback_Click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RoutedEventArgs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BookDlgLoad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UpdateGrid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SelectedBook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019758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{E7921153-B2DF-4019-B994-AB152F3456EA}tf33552983_win32</Template>
  <TotalTime>1929</TotalTime>
  <Words>1243</Words>
  <Application>Microsoft Office PowerPoint</Application>
  <PresentationFormat>Широкоэкранный</PresentationFormat>
  <Paragraphs>189</Paragraphs>
  <Slides>12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Calibri</vt:lpstr>
      <vt:lpstr>Consolas</vt:lpstr>
      <vt:lpstr>Corbel</vt:lpstr>
      <vt:lpstr>Franklin Gothic Book</vt:lpstr>
      <vt:lpstr>Franklin Gothic Demi</vt:lpstr>
      <vt:lpstr>Wingdings 2</vt:lpstr>
      <vt:lpstr>ДивидендVTI</vt:lpstr>
      <vt:lpstr>Точечный рисунок</vt:lpstr>
      <vt:lpstr>Работа с данными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ОТЛАДКА И ТЕСТИРОВАНИЕ  ПРОГРАММНОГО ПРОДУКТА</dc:title>
  <dc:creator>Екатерина Лобанова</dc:creator>
  <cp:lastModifiedBy>Екатерина Лобанова</cp:lastModifiedBy>
  <cp:revision>54</cp:revision>
  <dcterms:created xsi:type="dcterms:W3CDTF">2020-09-03T19:08:12Z</dcterms:created>
  <dcterms:modified xsi:type="dcterms:W3CDTF">2022-04-08T15:33:22Z</dcterms:modified>
</cp:coreProperties>
</file>